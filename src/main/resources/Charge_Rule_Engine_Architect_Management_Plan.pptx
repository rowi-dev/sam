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Charge Rule Engine – Production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Implementation Plan for Architects &amp;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Build a high-performance, bank-grade charge rule engine</a:t>
            </a:r>
          </a:p>
          <a:p>
            <a:pPr/>
            <a:r>
              <a:t>Scope: 100+ rules per market, 20+ conditions per rule</a:t>
            </a:r>
          </a:p>
          <a:p>
            <a:pPr/>
            <a:r>
              <a:t>Design: Structured logical rule engine (No generic EL)</a:t>
            </a:r>
          </a:p>
          <a:p>
            <a:pPr/>
            <a:r>
              <a:t>Outcome: &lt;1ms evaluation, scalable &amp; secure</a:t>
            </a:r>
          </a:p>
          <a:p>
            <a:pPr/>
            <a:r>
              <a:t>Approach: Normalize → Index → Evaluate → Return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rule onboarding across 20 markets</a:t>
            </a:r>
          </a:p>
          <a:p>
            <a:pPr/>
            <a:r>
              <a:t>Consistent charge computation across channels</a:t>
            </a:r>
          </a:p>
          <a:p>
            <a:pPr/>
            <a:r>
              <a:t>Operational stability under high TPS</a:t>
            </a:r>
          </a:p>
          <a:p>
            <a:pPr/>
            <a:r>
              <a:t>Regulatory auditability &amp; traceability</a:t>
            </a:r>
          </a:p>
          <a:p>
            <a:pPr/>
            <a:r>
              <a:t>Low long-term maintenance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Rule Source (CSV / System Sync)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Rule Loader &amp; Normalizer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In-Memory Indexed 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Rule Engine Service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Rule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AST (AND / OR Nodes)</a:t>
            </a:r>
          </a:p>
          <a:p>
            <a:pPr/>
            <a:r>
              <a:t>Condition Node: field + operator + values</a:t>
            </a:r>
          </a:p>
          <a:p>
            <a:pPr/>
            <a:r>
              <a:t>Supports: ==, !=, &lt;, &gt;, &lt;=, &gt;=, IN</a:t>
            </a:r>
          </a:p>
          <a:p>
            <a:pPr/>
            <a:r>
              <a:t>OR chains normalized to IN where applicable</a:t>
            </a:r>
          </a:p>
          <a:p>
            <a:pPr/>
            <a:r>
              <a:t>Immutable rule objects post-load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Evaluation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Incoming JSON Payload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Project Required Fields (≈30 of 150)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Select Candidate Rules (Indexed)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Short-Circuit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Return Applicable Charge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Market-based rule partitioning</a:t>
            </a:r>
          </a:p>
          <a:p>
            <a:pPr/>
            <a:r>
              <a:t>Attribute-based rule indexing (e.g., pmtTp, currency)</a:t>
            </a:r>
          </a:p>
          <a:p>
            <a:pPr/>
            <a:r>
              <a:t>Short-circuit AND/OR evaluation</a:t>
            </a:r>
          </a:p>
          <a:p>
            <a:pPr/>
            <a:r>
              <a:t>Pre-tokenized field path resolution</a:t>
            </a:r>
          </a:p>
          <a:p>
            <a:pPr/>
            <a:r>
              <a:t>Atomic cache swap on reload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Worst Case: 100 rules × 20 conditions = 2000 checks</a:t>
            </a:r>
          </a:p>
          <a:p>
            <a:pPr/>
            <a:r>
              <a:t>Indexed Scenario: ~300 checks average</a:t>
            </a:r>
          </a:p>
          <a:p>
            <a:pPr/>
            <a:r>
              <a:t>Estimated latency: &lt;0.5ms per request</a:t>
            </a:r>
          </a:p>
          <a:p>
            <a:pPr/>
            <a:r>
              <a:t>Throughput: 3000+ TPS per core</a:t>
            </a:r>
          </a:p>
          <a:p>
            <a:pPr/>
            <a:r>
              <a:t>Horizontally scalable across cluster nodes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Risk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dynamic code execution</a:t>
            </a:r>
          </a:p>
          <a:p>
            <a:pPr/>
            <a:r>
              <a:t>No reflection / external function calls</a:t>
            </a:r>
          </a:p>
          <a:p>
            <a:pPr/>
            <a:r>
              <a:t>Strict grammar enforcement</a:t>
            </a:r>
          </a:p>
          <a:p>
            <a:pPr/>
            <a:r>
              <a:t>Full audit trail for rule changes</a:t>
            </a:r>
          </a:p>
          <a:p>
            <a:pPr/>
            <a:r>
              <a:t>Deterministic &amp; predictable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Operational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Controlled rule source system</a:t>
            </a:r>
          </a:p>
          <a:p>
            <a:pPr/>
            <a:r>
              <a:t>Validation before activation</a:t>
            </a:r>
          </a:p>
          <a:p>
            <a:pPr/>
            <a:r>
              <a:t>Atomic daily reload mechanism</a:t>
            </a:r>
          </a:p>
          <a:p>
            <a:pPr/>
            <a:r>
              <a:t>Monitoring: Rule hit metrics &amp; latency</a:t>
            </a:r>
          </a:p>
          <a:p>
            <a:pPr/>
            <a:r>
              <a:t>Rollback capability on rule failure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2000+ rules enterprise-wide</a:t>
            </a:r>
          </a:p>
          <a:p>
            <a:pPr/>
            <a:r>
              <a:t>Multi-market segregation</a:t>
            </a:r>
          </a:p>
          <a:p>
            <a:pPr/>
            <a:r>
              <a:t>Cloud / container deployment ready</a:t>
            </a:r>
          </a:p>
          <a:p>
            <a:pPr/>
            <a:r>
              <a:t>Extendable to support advanced operators if needed</a:t>
            </a:r>
          </a:p>
          <a:p>
            <a:pPr/>
            <a:r>
              <a:t>No vendor lock-in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performance &amp; deterministic evaluation</a:t>
            </a:r>
          </a:p>
          <a:p>
            <a:pPr/>
            <a:r>
              <a:t>Bank-grade security posture</a:t>
            </a:r>
          </a:p>
          <a:p>
            <a:pPr/>
            <a:r>
              <a:t>Operationally stable under high volume</a:t>
            </a:r>
          </a:p>
          <a:p>
            <a:pPr/>
            <a:r>
              <a:t>Auditable &amp; regulator-friendly</a:t>
            </a:r>
          </a:p>
          <a:p>
            <a:pPr/>
            <a:r>
              <a:t>Future-ready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