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Charge Rule Engine Implementation Plan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Production-Ready Structured Rule Engine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100+ rules per market</a:t>
            </a:r>
          </a:p>
          <a:p>
            <a:pPr/>
            <a:r>
              <a:t>20+ conditions per rule</a:t>
            </a:r>
          </a:p>
          <a:p>
            <a:pPr/>
            <a:r>
              <a:t>150 attributes in JSON payload</a:t>
            </a:r>
          </a:p>
          <a:p>
            <a:pPr/>
            <a:r>
              <a:t>High performance required</a:t>
            </a:r>
          </a:p>
          <a:p>
            <a:pPr/>
            <a:r>
              <a:t>Bank-grade security required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Design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runtime parsing</a:t>
            </a:r>
          </a:p>
          <a:p>
            <a:pPr/>
            <a:r>
              <a:t>Structured rule engine (no generic EL)</a:t>
            </a:r>
          </a:p>
          <a:p>
            <a:pPr/>
            <a:r>
              <a:t>Fast evaluation (&lt;1ms target)</a:t>
            </a:r>
          </a:p>
          <a:p>
            <a:pPr/>
            <a:r>
              <a:t>Safe &amp; deterministic execution</a:t>
            </a:r>
          </a:p>
          <a:p>
            <a:pPr/>
            <a:r>
              <a:t>Scalable across 20 markets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High-Level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CSV Rule Source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Rule Loader</a:t>
            </a:r>
          </a:p>
          <a:p>
            <a:r>
              <a:t>(Parse &amp; Normalize)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In-Memory Cache</a:t>
            </a:r>
          </a:p>
          <a:p>
            <a:r>
              <a:t>(Indexed by Market)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Rule Engine Service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Rule Loading Phase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Load CSV rules at startup</a:t>
            </a:r>
          </a:p>
          <a:p>
            <a:pPr/>
            <a:r>
              <a:t>Normalize bracket notation</a:t>
            </a:r>
          </a:p>
          <a:p>
            <a:pPr/>
            <a:r>
              <a:t>Convert OR chains to IN where possible</a:t>
            </a:r>
          </a:p>
          <a:p>
            <a:pPr/>
            <a:r>
              <a:t>Build logical tree (AND/OR nodes)</a:t>
            </a:r>
          </a:p>
          <a:p>
            <a:pPr/>
            <a:r>
              <a:t>Pre-tokenize field paths</a:t>
            </a:r>
          </a:p>
          <a:p>
            <a:pPr/>
            <a:r>
              <a:t>Store immutable rule objects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Runtime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Incoming JSON Payload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Project Required Fields (30/150)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Select Candidate Rules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Evaluate Logical Tree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0" y="2286000"/>
            <a:ext cx="201168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Return Charge Rate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Optimization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Partition rules by market</a:t>
            </a:r>
          </a:p>
          <a:p>
            <a:pPr/>
            <a:r>
              <a:t>Index by high-selectivity attributes (e.g., pmtTp)</a:t>
            </a:r>
          </a:p>
          <a:p>
            <a:pPr/>
            <a:r>
              <a:t>Short-circuit AND/OR evaluation</a:t>
            </a:r>
          </a:p>
          <a:p>
            <a:pPr/>
            <a:r>
              <a:t>Pre-tokenized field access</a:t>
            </a:r>
          </a:p>
          <a:p>
            <a:pPr/>
            <a:r>
              <a:t>Atomic rule reload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Performance Estimation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Worst case: 100 rules × 20 conditions = 2000 checks</a:t>
            </a:r>
          </a:p>
          <a:p>
            <a:pPr/>
            <a:r>
              <a:t>With indexing: ~15 rules × 20 = 300 checks</a:t>
            </a:r>
          </a:p>
          <a:p>
            <a:pPr/>
            <a:r>
              <a:t>Estimated runtime &lt; 0.5 ms per request</a:t>
            </a:r>
          </a:p>
          <a:p>
            <a:pPr/>
            <a:r>
              <a:t>Supports 3000+ TPS per core</a:t>
            </a:r>
          </a:p>
          <a:p>
            <a:pPr/>
            <a:r>
              <a:t>Horizontally scalable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No dynamic code execution</a:t>
            </a:r>
          </a:p>
          <a:p>
            <a:pPr/>
            <a:r>
              <a:t>No reflection usage</a:t>
            </a:r>
          </a:p>
          <a:p>
            <a:pPr/>
            <a:r>
              <a:t>Strict operator support only</a:t>
            </a:r>
          </a:p>
          <a:p>
            <a:pPr/>
            <a:r>
              <a:t>Controlled rule grammar</a:t>
            </a:r>
          </a:p>
          <a:p>
            <a:pPr/>
            <a:r>
              <a:t>Audit trail for rule changes</a:t>
            </a:r>
          </a:p>
          <a:p>
            <a:pPr/>
            <a:r>
              <a:t>Deterministic evaluation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Final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Production-ready architecture</a:t>
            </a:r>
          </a:p>
          <a:p>
            <a:pPr/>
            <a:r>
              <a:t>High performance &amp; scalable</a:t>
            </a:r>
          </a:p>
          <a:p>
            <a:pPr/>
            <a:r>
              <a:t>Bank-grade security posture</a:t>
            </a:r>
          </a:p>
          <a:p>
            <a:pPr/>
            <a:r>
              <a:t>Maintainable &amp; extensible design</a:t>
            </a:r>
          </a:p>
          <a:p>
            <a:pPr/>
            <a:r>
              <a:t>Future-ready if rule complexity increases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